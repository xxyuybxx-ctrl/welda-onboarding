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9" r:id="rId3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326" r:id="rId40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7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20" Type="http://schemas.openxmlformats.org/officeDocument/2006/relationships/slide" Target="slides/slide22.xml"/><Relationship Id="rId24" Type="http://schemas.openxmlformats.org/officeDocument/2006/relationships/slide" Target="slides/slide6.xml"/><Relationship Id="rId28" Type="http://schemas.openxmlformats.org/officeDocument/2006/relationships/slide" Target="slides/slide43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3.xml"/><Relationship Id="rId33" Type="http://schemas.openxmlformats.org/officeDocument/2006/relationships/slide" Target="slides/slide34.xml"/><Relationship Id="rId34" Type="http://schemas.openxmlformats.org/officeDocument/2006/relationships/slide" Target="slides/slide36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59302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516502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16502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절차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16502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오늘 정해 주실 세 가지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070" y="4251960"/>
            <a:ext cx="2355311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286" y="4253015"/>
            <a:ext cx="6492240" cy="48442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924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8092440"/>
            <a:ext cx="1134104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2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55548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34104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2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0185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018520"/>
            <a:ext cx="1134104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2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보건소에서 시작된 웰다, 다음은 의원 · 병원입니다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보건소 검사에서 당뇨 전단계로 확인된 서울시민이 웰다로 혈당관리를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788566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대사증후군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8566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공복혈당 100~125mg/dL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4272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0072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45832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손목닥터9988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5832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9월 9일부터 선착순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51538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537338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903098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 키트 배송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03098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9월 29일부터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08804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94604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460364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4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착용 · 교육 · 상담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60364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10월부터 순차 시작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2806" y="12938760"/>
            <a:ext cx="215432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내용 출처: 서울시 '내 손안에 서울'(2026.8). 세부 일정 · 조건은 서울시 공식 안내 기준</a:t>
            </a:r>
          </a:p>
        </p:txBody>
      </p:sp>
      <p:sp>
        <p:nvSpPr>
          <p:cNvPr id="3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5257800"/>
            <a:ext cx="21543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서울시 사업과 의원 · 병원, 같은 프로그램입니다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22806" y="5897880"/>
            <a:ext cx="3255264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678070" y="5897880"/>
            <a:ext cx="9144000" cy="731520"/>
          </a:xfrm>
          <a:prstGeom prst="rect">
            <a:avLst/>
          </a:prstGeom>
          <a:solidFill>
            <a:srgbClr val="EE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678070" y="58978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서울시 혈당캐치9988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822070" y="5897880"/>
            <a:ext cx="9144000" cy="731520"/>
          </a:xfrm>
          <a:prstGeom prst="rect">
            <a:avLst/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3822070" y="58978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 · 병원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22806" y="662940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742846" y="662940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78070" y="662940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998110" y="662940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검사 당뇨 전단계 시민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공복혈당 100~125mg/dL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822070" y="662940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4142110" y="662940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확인된 당뇨 전단계 환자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같은 기준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22806" y="813816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742846" y="813816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인원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78070" y="813816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998110" y="813816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선착순 1,000명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822070" y="813816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4142110" y="813816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제한 없음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22806" y="964692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742846" y="964692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78070" y="964692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998110" y="964692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 (연속혈당측정기 + 앱)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22070" y="964692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4142110" y="964692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웰다, 동일 프로그램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22806" y="1115568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742846" y="1115568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교육 · 상담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78070" y="1115568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998110" y="1115568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연계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22070" y="1115568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4142110" y="1115568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진료실에서 원장님 · 간호사가 직접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26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26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26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6963834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6313762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6313762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30"/>
              </a:lnSpc>
            </a:pPr>
            <a:r>
              <a:rPr lang="ko-KR" alt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6963834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6313762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6313762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30"/>
              </a:lnSpc>
            </a:pPr>
            <a:r>
              <a:rPr lang="en-US" sz="26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6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6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6963834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6313762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6313762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6313762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26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4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4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08760" y="4114800"/>
            <a:ext cx="2157984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81912" y="4160520"/>
            <a:ext cx="21305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1508760" y="6053328"/>
            <a:ext cx="2157984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81912" y="6108192"/>
            <a:ext cx="2130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0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마무리 · 도입 절차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92277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73075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343400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276088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769864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76986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57784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61904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7123176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76169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7616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7424927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8037575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970264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9464040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946404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927201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988466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10863072"/>
            <a:ext cx="7767885" cy="1984247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655385" y="10863072"/>
            <a:ext cx="6853485" cy="1984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할 일은 BD 건네기 하나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