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20" Type="http://schemas.openxmlformats.org/officeDocument/2006/relationships/slide" Target="slides/slide22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3.xml"/><Relationship Id="rId33" Type="http://schemas.openxmlformats.org/officeDocument/2006/relationships/slide" Target="slides/slide34.xml"/><Relationship Id="rId34" Type="http://schemas.openxmlformats.org/officeDocument/2006/relationships/slide" Target="slides/slide36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070" y="4251960"/>
            <a:ext cx="2355311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286" y="4253015"/>
            <a:ext cx="6492240" cy="48442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