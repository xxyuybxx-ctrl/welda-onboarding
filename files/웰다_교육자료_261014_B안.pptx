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26" r:id="rId40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8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16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55.png"/><Relationship Id="rId6" Type="http://schemas.openxmlformats.org/officeDocument/2006/relationships/image" Target="../media/image8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 · 오늘 정할 세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962" y="4251960"/>
            <a:ext cx="218084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251960"/>
            <a:ext cx="649224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92277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73075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343400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276088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769864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76986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57784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61904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7123176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76169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7616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7424927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8037575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970264"/>
            <a:ext cx="7767885" cy="1645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9464040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946404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927201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988466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10863072"/>
            <a:ext cx="7767885" cy="1984247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5655385" y="10863072"/>
            <a:ext cx="6853485" cy="1984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할 일은 BD 건네기 하나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30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4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0656" y="5349240"/>
            <a:ext cx="3771067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886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 · 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5886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 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974" y="5826504"/>
            <a:ext cx="5900927" cy="27945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4134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 · 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4134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방향인지, 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93192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3136" y="5349240"/>
            <a:ext cx="4639099" cy="37490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46404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42382" y="944575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 · 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3327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42382" y="10314432"/>
            <a:ext cx="471220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 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